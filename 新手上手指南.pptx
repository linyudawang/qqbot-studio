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QQ 机器人 · 一键部署图文指南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C9DDF5"/>
                </a:solidFill>
                <a:latin typeface="微软雅黑"/>
                <a:ea typeface="微软雅黑"/>
                <a:cs typeface="微软雅黑"/>
              </a:rPr>
              <a:t>从零开始，跟着做就行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你将得到什么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用你自己的 AI 接口和 QQ 账号，运行一个会聊天的机器人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人格化对话 · 看图 / 生图 · 语音识别与合成 · 视频理解 · 梗图库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所有 AI / 账号接口默认留空，装好后再填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可选：PC 控制模块、让 AI 帮你加新功能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一句话：填个 API Key + 登录一个 QQ，就能跑起来。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开始前准备（3 样，可选 1 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1. Python 3.10+  —— 安装时务必勾选 “Add to PATH”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下载：python.org/downloads/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2. NapCat —— 免费开源的 QQ 协议端（用机器人 QQ 登录）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下载：github.com/NapNeko/NapCatQQ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3. 一个大模型 API Key —— DeepSeek 或任意 OpenAI 兼容服务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可选：Node.js —— 只有想装桌宠才需要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五个步骤，一次搞定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①  把文件夹放到电脑上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②  运行「一键安装.ps1」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③  在配置向导里填写信息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④  登录 NapCat，设置反向 WebSocket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⑤  双击「启动.bat」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步  把文件夹放好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把整个「aibot-framework」文件夹放到电脑任意位置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保持文件夹完整，不要只拷贝其中几个文件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后面所有操作都在这个文件夹里进行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步  运行一键安装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方式一：右键「一键安装.ps1」→ 用 PowerShell 运行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方式二：在本目录执行下面的命令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powershell -ExecutionPolicy Bypass -File 一键安装.ps1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如果提示“脚本被禁止运行”，用上面那条 Bypass 命令即可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它会自动安装依赖，并进入配置向导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步  填写配置向导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机器人 QQ 号 · 主人 QQ 号（主人拥有全部管理权限）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称呼：对主人的称呼 / 机器人自称 / 物种（如 主人 / 我 / AI助手）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大模型：接口 Base URL、模型名、API 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可选接口：生图 / 语音识别 / 语音合成 —— 不想用就直接回车跳过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1E8E3E"/>
                </a:solidFill>
                <a:latin typeface="微软雅黑"/>
                <a:ea typeface="微软雅黑"/>
                <a:cs typeface="微软雅黑"/>
              </a:rPr>
              <a:t>•  完成后会在本目录生成 config.json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4 步  登录 NapCat 并设置反向 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安装并打开 NapCat，用「机器人 QQ」登录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开启反向 WebSocket，地址填：ws://127.0.0.1:3001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这个地址要和 config.json 里的 ws_url 保持一致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NapCat 和机器人要在同一台电脑上运行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5 步  启动机器人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双击「启动.bat」（或运行  .\启动.ps1）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E8E3E"/>
                </a:solidFill>
                <a:latin typeface="微软雅黑"/>
                <a:ea typeface="微软雅黑"/>
                <a:cs typeface="微软雅黑"/>
              </a:rPr>
              <a:t>•  看到启动日志，就是成功了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要停止：运行「停止.ps1」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改了 config.json 后重启生效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用「主人 QQ」私聊机器人，发一句：你好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>
                <a:solidFill>
                  <a:srgbClr val="1E8E3E"/>
                </a:solidFill>
                <a:latin typeface="微软雅黑"/>
                <a:ea typeface="微软雅黑"/>
                <a:cs typeface="微软雅黑"/>
              </a:rPr>
              <a:t>机器人有回复  =  部署成功 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没回复？请看后面的“常见问题”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进阶 ·  换个性格和称呼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人设：编辑  persona.txt（记得存成 UTF-8）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提示词：编辑  prompts.json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称呼 / 品牌：改 config.json 里的——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owner_title（对主人的称呼）、bot_self_ref（自称）、bot_species（物种）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bot_nick（名字）、owner_name（主人名字）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引擎会自动把提示词和消息里的称呼替换成你设的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进阶 ·  让 AI 帮你加新功能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在 config.json 填好 relay_dir，并启动 modules\pc 执行端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复制 modules\agent\配置模板.json 为 agent.config.json，relay_dir 与引擎一致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双击 modules\agent\启动编码助手.bat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QQ 里发：/pc 帮我在群里加个“每日天气”命令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处理完后用：/get 编号   取回结果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默认用内置 agent，免装外部工具；也可切成 opencode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进阶 ·  PC 控制模块（可选）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让机器人在你的电脑上执行 PowerShell 命令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默认关闭；启用步骤见 modules\pc\使用说明.md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启用后需在 config.json 填 executor_url 和 executor_secret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只对信任的人开放，秘钥务必随机 ⚠️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常见问题排查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连不上 QQ：确认 NapCat 已登录，且反向 WS = ws://127.0.0.1:3001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机器人不回话：检查 config.json 的 deepseek_api_key 是否填、余额是否够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没有声音：tts_engine 用 sapi（系统自带，免配置）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中文乱码：所有配置文件用 UTF-8 保存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•  想看更细的说明：打开「使用说明.md」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config.json、密钥模板.env、.env 含明文密钥，不要上传或发给别人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自改代码（self_patch）与 PC 控制默认关闭，不要随意开启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•  换电脑 / 备份时，先删掉密钥再分享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E6FD6"/>
                </a:solidFill>
                <a:latin typeface="微软雅黑"/>
                <a:ea typeface="微软雅黑"/>
                <a:cs typeface="微软雅黑"/>
              </a:rPr>
              <a:t>祝使用愉快！有问题先看「使用说明.md」和「常见问题」页。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